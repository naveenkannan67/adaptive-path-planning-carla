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DC8AF0-0D0D-4A71-BF8B-03B93F34309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053C22C-6F00-422E-995E-B0488569D25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82B3C2-BEEA-4845-8959-0D017B93D51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F657BD-E798-4E5D-A36A-64387EAAED4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E50F71D-1D6B-413A-BA3B-49CF1E34C0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8E4255-AFB7-49A8-B485-E98EA16F63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95EA30D-B938-42E3-8303-6A8AEE9C64E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D0D8BA-82F3-41DE-A880-F47906C1A3CD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pic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64665C-FC91-46AE-97B6-E61FDDB3443A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600" cy="146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5D859C-879D-4A63-A21A-8C0C4FB526A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4B8701-9F9F-44B7-B72F-3EF59398249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782BC92-0D25-44C8-9987-A6B1C94D93D1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02BBBE8-70F6-4EBD-A095-E7EB717C0548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0C253B-71AC-4B77-9317-B3093C2F28C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E6177D5-44D9-4FD3-8C8F-6A216FBF13E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E3DEE6-6AE5-4914-A394-AF4AA82187E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78CDAD8-C347-4F0F-9831-959B407B20C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6854760" y="1715760"/>
            <a:ext cx="3202920" cy="34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TITLE PAGE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31200" y="2076480"/>
            <a:ext cx="5923800" cy="37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 – SIH26037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Title- </a:t>
            </a:r>
            <a:r>
              <a:rPr lang="en-US" sz="2000" b="1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Adaptive Path Planning and Collision Avoidance for Autonomous Vehicles on Unstructured Indian Roads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Theme- </a:t>
            </a:r>
            <a:r>
              <a:rPr lang="en-US" sz="2000" b="1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Smart Vehicles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Category- </a:t>
            </a:r>
            <a:r>
              <a:rPr lang="en-US" sz="2000" b="1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Software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 (To be filled by team on SIH portal)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Name- </a:t>
            </a:r>
            <a:r>
              <a:rPr lang="en-US" sz="2000" b="1" i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Tech Vision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828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3600"/>
            </a:b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 Adaptive Autonomous Navigation 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360" y="1440000"/>
            <a:ext cx="12191400" cy="4479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1F497D"/>
              </a:buClr>
              <a:buFont typeface="Wingdings" charset="2"/>
              <a:buChar char=""/>
            </a:pPr>
            <a:r>
              <a:rPr lang="en-US" sz="2400" b="1" u="sng" strike="noStrike">
                <a:solidFill>
                  <a:schemeClr val="dk2"/>
                </a:solidFill>
                <a:effectLst/>
                <a:uFillTx/>
                <a:latin typeface="Arial"/>
                <a:ea typeface="ＭＳ Ｐゴシック"/>
              </a:rPr>
              <a:t>Proposed Solution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Detailed explanation of the proposed solution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An AI-driven adaptive path-planning stack: sensor fusion (LiDAR + camera + radar) builds a drivable-space map instead of relying on lane markings; a hybrid Hybrid-A*/Reinforcement-Learning planner generates real-time trajectories; an MPC controller with a potential-field safety layer executes collision-free motion around potholes, mixed traffic and unmarked roads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How it addresses the problem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Replaces lane-based navigation (unreliable on Indian roads) with drivable-area segmentation and multi-agent trajectory prediction tuned to erratic mixed traffic - two-wheelers, pedestrians, animals and carts - enabling safe navigation without lane markings or predictable traffic behaviour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Innovation and uniqueness of the solution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India-specific trained perception models, dynamic risk-based collision buffers (vs. fixed lane buffers), a hybrid classical + learning planner balancing safety guarantees with adaptability, and a low-cost sensor suite viable for price-sensitive Indian deployment.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B1E84A-3BB6-4B52-B073-49B2C4EA8E3B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ftr" idx="38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Oval 9" descr="Your startup LOGO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vision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720000" y="1440000"/>
            <a:ext cx="9384480" cy="3809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Technologies to be used: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Python, ROS2, PyTorch/OpenCV for perception and planning; Hybrid A* and Deep RL (PPO) for path planning; Kalman/particle filter sensor fusion; LiDAR, stereo camera, radar and GPS-IMU on an NVIDIA Jetson Orin edge compute unit; CARLA/LGSVL simulator for Indian-road scenario testing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Methodology and process for implementation: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Pipeline: Perception (drivable-area segmentation + obstacle detection) to Trajectory Prediction to Global Path (Hybrid A*) to Local Planner (RL-refined) to MPC Controller to Actuation, with an emergency-braking safety layer running in parallel; validated first in simulation, then on a low-speed prototype vehicle in a controlled campus environment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186AF2C-D489-44B7-AC87-71CB04EE203D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40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Oval 10" descr="Your startup LOGO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vision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875160" y="1458720"/>
            <a:ext cx="9384480" cy="46612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Analysis of the feasibility of the idea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Modular, simulation-first architecture keeps early costs low; falling prices of solid-state LiDAR and edge-AI boards (e.g. Jetson Orin) make a phased rollout - simulation, then a low-speed campus prototype, then pilot deployment - practically achievable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Potential challenges and risks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Unpredictable mixed-traffic and animal behaviour, inconsistent lane markings and road quality, GPS multipath in dense urban areas, limited real-time compute on edge hardware, scarcity of annotated Indian-road datasets, and regulatory/safety certification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Strategies for overcoming these challenges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Curate an India-specific annotated dataset (crowdsourced + simulation-generated); use sensor-fusion redundancy (IMU + wheel + visual odometry) for GPS-denied zones; compress/quantise models for edge deployment; roll out in ADAS-assist mode before full autonomy; partner with local transport authorities for controlled pilot zones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294D929-0AFC-48C6-8857-490A57B3A31C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42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Oval 11" descr="Your startup LOGO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vision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900000" y="2138760"/>
            <a:ext cx="9384480" cy="3776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Potential impact on the target audience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Safer autonomous mobility for Indian conditions - last-mile delivery robots, campus/industrial shuttles, ride-hailing in tier-2/3 cities, and agricultural and rural transport, where roads are largely unstructured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Benefits of the solution: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Social: fewer road accidents and safer transport for the elderly and disabled, in a country with among the highest road-fatality counts worldwide. Economic: lower logistics costs and a domestic market for India-tuned AV components. Environmental: optimised routing cuts fuel use and idling, supporting EV shuttle deployment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AEAD02C-EFA0-4967-B51E-F545D196BD53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Oval 11" descr="Your startup LOGO"/>
          <p:cNvSpPr/>
          <p:nvPr/>
        </p:nvSpPr>
        <p:spPr>
          <a:xfrm>
            <a:off x="329760" y="252360"/>
            <a:ext cx="1251000" cy="100728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vision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900000" y="1623600"/>
            <a:ext cx="10010160" cy="3776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ＭＳ Ｐゴシック"/>
              </a:rPr>
              <a:t>Details / Links of the reference and research work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India Driving Dataset (IDD) - IIIT Hyderabad and Intel Labs, an unstructured-environment driving dataset (WACV 2019)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Dolgov et al., "Practical Search Techniques in Path Planning for Autonomous Driving" - Hybrid A* algorithm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Fox, Burgard and Thrun, "The Dynamic Window Approach to Collision Avoidance" - IEEE RAM, 1997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Dosovitskiy et al., "CARLA: An Open Urban Driving Simulator" - CoRL 2017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4572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Ministry of Road Transport and Highways (MoRTH), "Road Accidents in India" annual report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4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5C6767E-3474-4D2D-8AA8-FD8A733236BC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ftr" idx="46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Oval 8" descr="Your startup LOGO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vision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7493</TotalTime>
  <Application>LibreOffice/26.8.0.3$Windows_X86_64 LibreOffice_project/bce0998afefdbc355585ca324285661a2170ba77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en-IN</dc:language>
  <cp:lastModifiedBy/>
  <dcterms:modified xsi:type="dcterms:W3CDTF">2026-09-22T10:57:46Z</dcterms:modified>
  <cp:revision>150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